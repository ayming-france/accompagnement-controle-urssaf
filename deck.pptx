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jpg"/><Relationship Id="rId3" Type="http://schemas.openxmlformats.org/officeDocument/2006/relationships/hyperlink" Target="https://www.ayming.fr/temoignages-clients/lanras-securiser-ses-pratiques-paie/?utm_source=slides-sales&amp;utm_medium=print&amp;utm_campaign=controle-urssaf&amp;utm_content=testimonial" TargetMode="Externa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>
            <a:hlinkClick r:id="rId3"/>
          </p:cNvPr>
          <p:cNvSpPr/>
          <p:nvPr/>
        </p:nvSpPr>
        <p:spPr>
          <a:xfrm>
            <a:off x="1047723" y="4947071"/>
            <a:ext cx="1348200" cy="390515"/>
          </a:xfrm>
          <a:prstGeom prst="rect">
            <a:avLst/>
          </a:prstGeom>
          <a:solidFill>
            <a:srgbClr val="FFFFFF">
              <a:alpha val="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image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