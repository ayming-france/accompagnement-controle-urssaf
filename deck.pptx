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www.ayming.fr/temoignages-clients/lanras-securiser-ses-pratiques-paie/?utm_source=slides-sales&amp;utm_medium=print&amp;utm_campaign=controle-urssaf&amp;utm_content=testimonia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047723" y="4937547"/>
            <a:ext cx="1348200" cy="39051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