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ayming.fr/temoignages-clients/lanras-securiser-ses-pratiques-paie/?utm_source=slides-sales&amp;utm_medium=print&amp;utm_campaign=controle-urssaf&amp;utm_content=testimonia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58529" y="5135007"/>
            <a:ext cx="1502280" cy="43514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